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4B7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konradgnat/dev/startups/zcashskills/workspace/slide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50" y="874812"/>
            <a:ext cx="457200" cy="457200"/>
          </a:xfrm>
          <a:prstGeom prst="rect">
            <a:avLst/>
          </a:prstGeom>
        </p:spPr>
      </p:pic>
      <p:pic>
        <p:nvPicPr>
          <p:cNvPr id="4" name="Image 1" descr="/Users/konradgnat/dev/startups/zcashskills/workspace/slide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874812"/>
            <a:ext cx="457200" cy="457200"/>
          </a:xfrm>
          <a:prstGeom prst="rect">
            <a:avLst/>
          </a:prstGeom>
        </p:spPr>
      </p:pic>
      <p:pic>
        <p:nvPicPr>
          <p:cNvPr id="5" name="Image 2" descr="/Users/konradgnat/dev/startups/zcashskills/workspace/slides/wal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750" y="874812"/>
            <a:ext cx="457200" cy="457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176765" y="1535162"/>
            <a:ext cx="279032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ZCashSkills</a:t>
            </a:r>
            <a:endParaRPr lang="en-US" sz="3800" dirty="0"/>
          </a:p>
        </p:txBody>
      </p:sp>
      <p:sp>
        <p:nvSpPr>
          <p:cNvPr id="7" name="Text 2"/>
          <p:cNvSpPr/>
          <p:nvPr/>
        </p:nvSpPr>
        <p:spPr>
          <a:xfrm>
            <a:off x="815291" y="2198638"/>
            <a:ext cx="751326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Node.js SDK that gives AI agents shielded ZCash wallet operations, powered by librustzcash. Key generation, encrypted persistence, viewing keys, and payment URIs, all running locally with zero network calls.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960215" y="3319314"/>
            <a:ext cx="2050107" cy="323850"/>
          </a:xfrm>
          <a:prstGeom prst="roundRect">
            <a:avLst>
              <a:gd name="adj" fmla="val 62745"/>
            </a:avLst>
          </a:prstGeom>
          <a:solidFill>
            <a:srgbClr val="F4B728">
              <a:alpha val="15000"/>
            </a:srgbClr>
          </a:solidFill>
          <a:ln w="9525">
            <a:solidFill>
              <a:srgbClr val="F4B7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2156643" y="3405039"/>
            <a:ext cx="1657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Wallets: Key Management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162723" y="3319314"/>
            <a:ext cx="1604963" cy="323850"/>
          </a:xfrm>
          <a:prstGeom prst="roundRect">
            <a:avLst>
              <a:gd name="adj" fmla="val 62745"/>
            </a:avLst>
          </a:prstGeom>
          <a:solidFill>
            <a:srgbClr val="F4B728">
              <a:alpha val="15000"/>
            </a:srgbClr>
          </a:solidFill>
          <a:ln w="9525">
            <a:solidFill>
              <a:srgbClr val="F4B7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4363602" y="3405039"/>
            <a:ext cx="1203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Zapps: Native ZEC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920085" y="3319314"/>
            <a:ext cx="1263551" cy="323850"/>
          </a:xfrm>
          <a:prstGeom prst="roundRect">
            <a:avLst>
              <a:gd name="adj" fmla="val 62745"/>
            </a:avLst>
          </a:prstGeom>
          <a:solidFill>
            <a:srgbClr val="F4B728">
              <a:alpha val="15000"/>
            </a:srgbClr>
          </a:solidFill>
          <a:ln w="9525">
            <a:solidFill>
              <a:srgbClr val="F4B7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124379" y="3405039"/>
            <a:ext cx="854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SDK: Node.js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740414" y="3998714"/>
            <a:ext cx="166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Zypherpunk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4B7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5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758726"/>
            <a:ext cx="3911501" cy="1164580"/>
          </a:xfrm>
          <a:prstGeom prst="roundRect">
            <a:avLst>
              <a:gd name="adj" fmla="val 4362"/>
            </a:avLst>
          </a:prstGeom>
          <a:solidFill>
            <a:srgbClr val="F4B72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758726"/>
            <a:ext cx="0" cy="1164580"/>
          </a:xfrm>
          <a:prstGeom prst="line">
            <a:avLst/>
          </a:prstGeom>
          <a:noFill/>
          <a:ln w="38100">
            <a:solidFill>
              <a:srgbClr val="F4B7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860227"/>
            <a:ext cx="3639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Native Module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8450" y="1111002"/>
            <a:ext cx="363997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cryptography runs inside Rust via Neon FFI bindings. Uses official zcash_keys and zcash_address crates. Seeds are generated, encrypted with Argon2id + XChaCha20-Poly1305, and zeroed before crossing the FFI boundary.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024807"/>
            <a:ext cx="3911501" cy="1164580"/>
          </a:xfrm>
          <a:prstGeom prst="roundRect">
            <a:avLst>
              <a:gd name="adj" fmla="val 4362"/>
            </a:avLst>
          </a:prstGeom>
          <a:solidFill>
            <a:srgbClr val="F4B72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2024807"/>
            <a:ext cx="0" cy="1164580"/>
          </a:xfrm>
          <a:prstGeom prst="line">
            <a:avLst/>
          </a:prstGeom>
          <a:noFill/>
          <a:ln w="38100">
            <a:solidFill>
              <a:srgbClr val="F4B7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450" y="2126307"/>
            <a:ext cx="3639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Skill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8450" y="2377083"/>
            <a:ext cx="363997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composable skill modules, each an async function returning structured results. Skills call into the native module for crypto ops or use pure JS for URI handling. Each skill includes a .meta object for agent discovery.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3290888"/>
            <a:ext cx="3911501" cy="1164580"/>
          </a:xfrm>
          <a:prstGeom prst="roundRect">
            <a:avLst>
              <a:gd name="adj" fmla="val 4362"/>
            </a:avLst>
          </a:prstGeom>
          <a:solidFill>
            <a:srgbClr val="F4B72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3290888"/>
            <a:ext cx="0" cy="1164580"/>
          </a:xfrm>
          <a:prstGeom prst="line">
            <a:avLst/>
          </a:prstGeom>
          <a:noFill/>
          <a:ln w="38100">
            <a:solidFill>
              <a:srgbClr val="F4B7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450" y="3392388"/>
            <a:ext cx="3639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8450" y="3643164"/>
            <a:ext cx="363997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as OpenClaw skills or LangChain tools. Agents create wallets, generate payment requests, and export viewing keys through a simple async API. No RPC setup or node sync required.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4251" y="758726"/>
            <a:ext cx="3911650" cy="1513284"/>
          </a:xfrm>
          <a:prstGeom prst="roundRect">
            <a:avLst>
              <a:gd name="adj" fmla="val 335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333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6176" y="869752"/>
            <a:ext cx="3659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Creation 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86176" y="1145977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calls createWallet with passphrase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86176" y="1348978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Rust generates BIP-39 seed + Sapling keys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86176" y="1551980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Seed encrypted with Argon2id KDF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6176" y="1754981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Wallet file saved with 0600 permissions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86176" y="1957983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Returns shielded address + mnemonic backup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24251" y="2373511"/>
            <a:ext cx="3911650" cy="1310283"/>
          </a:xfrm>
          <a:prstGeom prst="roundRect">
            <a:avLst>
              <a:gd name="adj" fmla="val 387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333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86176" y="2484537"/>
            <a:ext cx="3659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86176" y="2760762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isolation: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appears as plaintext in JS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86176" y="2963763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Argon2id + XChaCha20-Poly1305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86176" y="3166765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keys: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IVK default, FVK requires confirm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86176" y="3369766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 external calls for all crypto ops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24251" y="3785295"/>
            <a:ext cx="3911650" cy="904280"/>
          </a:xfrm>
          <a:prstGeom prst="roundRect">
            <a:avLst>
              <a:gd name="adj" fmla="val 5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3333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86176" y="3896320"/>
            <a:ext cx="3659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Standards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86176" y="4172545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ZIP-316: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Unified viewing key encoding (bech32m)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6176" y="4375547"/>
            <a:ext cx="36595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ZIP-321: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 URI creation and parsing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950" y="4791075"/>
            <a:ext cx="82905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librustzcash, the same cryptographic foundation used by zcashd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4B7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79400"/>
            <a:ext cx="2812852" cy="769144"/>
          </a:xfrm>
          <a:prstGeom prst="roundRect">
            <a:avLst>
              <a:gd name="adj" fmla="val 6605"/>
            </a:avLst>
          </a:prstGeom>
          <a:solidFill>
            <a:srgbClr val="F4B728">
              <a:alpha val="6000"/>
            </a:srgbClr>
          </a:solidFill>
          <a:ln w="9525">
            <a:solidFill>
              <a:srgbClr val="2A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konradgnat/dev/startups/zcashskills/workspace/slides/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75" y="790426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8475" y="828526"/>
            <a:ext cx="1253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Persistence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3675" y="1057126"/>
            <a:ext cx="259069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wallets with BIP-39 mnemonic backup. Argon2id + XChaCha20-Poly1305.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397002" y="679400"/>
            <a:ext cx="2812852" cy="769144"/>
          </a:xfrm>
          <a:prstGeom prst="roundRect">
            <a:avLst>
              <a:gd name="adj" fmla="val 6605"/>
            </a:avLst>
          </a:prstGeom>
          <a:solidFill>
            <a:srgbClr val="F4B728">
              <a:alpha val="6000"/>
            </a:srgbClr>
          </a:solidFill>
          <a:ln w="9525">
            <a:solidFill>
              <a:srgbClr val="2A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Users/konradgnat/dev/startups/zcashskills/workspace/slide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477" y="790426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38277" y="828526"/>
            <a:ext cx="9156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Keys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533477" y="1057126"/>
            <a:ext cx="259069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IVK, FVK, UFVK per ZIP-316. FVK requires explicit confirmation.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57200" y="1575495"/>
            <a:ext cx="2812852" cy="769144"/>
          </a:xfrm>
          <a:prstGeom prst="roundRect">
            <a:avLst>
              <a:gd name="adj" fmla="val 6605"/>
            </a:avLst>
          </a:prstGeom>
          <a:solidFill>
            <a:srgbClr val="F4B728">
              <a:alpha val="6000"/>
            </a:srgbClr>
          </a:solidFill>
          <a:ln w="9525">
            <a:solidFill>
              <a:srgbClr val="2A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konradgnat/dev/startups/zcashskills/workspace/slide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75" y="16865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8475" y="1724620"/>
            <a:ext cx="1356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Addresses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93675" y="1953220"/>
            <a:ext cx="259069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Sapling addresses for mainnet and testnet. Auto-detect network and type.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3397002" y="1575495"/>
            <a:ext cx="2812852" cy="769144"/>
          </a:xfrm>
          <a:prstGeom prst="roundRect">
            <a:avLst>
              <a:gd name="adj" fmla="val 6605"/>
            </a:avLst>
          </a:prstGeom>
          <a:solidFill>
            <a:srgbClr val="F4B728">
              <a:alpha val="6000"/>
            </a:srgbClr>
          </a:solidFill>
          <a:ln w="9525">
            <a:solidFill>
              <a:srgbClr val="2A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Users/konradgnat/dev/startups/zcashskills/workspace/slides/s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477" y="16865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38277" y="1724620"/>
            <a:ext cx="957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URIs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533477" y="1953220"/>
            <a:ext cx="259069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parse ZIP-321 URIs with amount, memo, and label fields.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457200" y="2471589"/>
            <a:ext cx="2812852" cy="769144"/>
          </a:xfrm>
          <a:prstGeom prst="roundRect">
            <a:avLst>
              <a:gd name="adj" fmla="val 6605"/>
            </a:avLst>
          </a:prstGeom>
          <a:solidFill>
            <a:srgbClr val="F4B728">
              <a:alpha val="6000"/>
            </a:srgbClr>
          </a:solidFill>
          <a:ln w="9525">
            <a:solidFill>
              <a:srgbClr val="2A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Users/konradgnat/dev/startups/zcashskills/workspace/slide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675" y="2582614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8475" y="2620714"/>
            <a:ext cx="10473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Ready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93675" y="2849314"/>
            <a:ext cx="259069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as OpenClaw skills or LangChain tools. Structured result objects.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3397002" y="2471589"/>
            <a:ext cx="2812852" cy="769144"/>
          </a:xfrm>
          <a:prstGeom prst="roundRect">
            <a:avLst>
              <a:gd name="adj" fmla="val 6605"/>
            </a:avLst>
          </a:prstGeom>
          <a:solidFill>
            <a:srgbClr val="F4B728">
              <a:alpha val="6000"/>
            </a:srgbClr>
          </a:solidFill>
          <a:ln w="9525">
            <a:solidFill>
              <a:srgbClr val="2A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Users/konradgnat/dev/startups/zcashskills/workspace/slides/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3477" y="2582614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38277" y="2620714"/>
            <a:ext cx="13217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by Default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3533477" y="2849314"/>
            <a:ext cx="259069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 uses shielded addresses. Seeds never in JS memory.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2739628" y="3367683"/>
            <a:ext cx="1092994" cy="558701"/>
          </a:xfrm>
          <a:prstGeom prst="roundRect">
            <a:avLst>
              <a:gd name="adj" fmla="val 9093"/>
            </a:avLst>
          </a:prstGeom>
          <a:solidFill>
            <a:srgbClr val="F4B72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2961870" y="3443883"/>
            <a:ext cx="648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2961870" y="3735884"/>
            <a:ext cx="648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Skills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035772" y="3367683"/>
            <a:ext cx="1081832" cy="558701"/>
          </a:xfrm>
          <a:prstGeom prst="roundRect">
            <a:avLst>
              <a:gd name="adj" fmla="val 9093"/>
            </a:avLst>
          </a:prstGeom>
          <a:solidFill>
            <a:srgbClr val="F4B72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4258126" y="3443883"/>
            <a:ext cx="637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4258126" y="3735884"/>
            <a:ext cx="6371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Tests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5320754" y="3367683"/>
            <a:ext cx="1083618" cy="558701"/>
          </a:xfrm>
          <a:prstGeom prst="roundRect">
            <a:avLst>
              <a:gd name="adj" fmla="val 9093"/>
            </a:avLst>
          </a:prstGeom>
          <a:solidFill>
            <a:srgbClr val="F4B72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5543090" y="3443883"/>
            <a:ext cx="6389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5543090" y="3735884"/>
            <a:ext cx="6389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Calls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374904" y="4027884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github.com/konradgnat/zcashskills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ZCashSkills - Privacy-Preserving ZCash SDK for AI Agents</dc:title>
  <dc:subject>PptxGenJS Presentation</dc:subject>
  <dc:creator>Konrad Gnat</dc:creator>
  <cp:lastModifiedBy>Konrad Gnat</cp:lastModifiedBy>
  <cp:revision>1</cp:revision>
  <dcterms:created xsi:type="dcterms:W3CDTF">2026-03-20T05:18:03Z</dcterms:created>
  <dcterms:modified xsi:type="dcterms:W3CDTF">2026-03-20T05:18:03Z</dcterms:modified>
</cp:coreProperties>
</file>